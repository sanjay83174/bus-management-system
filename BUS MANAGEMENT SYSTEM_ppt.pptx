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69C2-846E-23A8-F9F6-962200355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07504"/>
            <a:ext cx="8791575" cy="834887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   </a:t>
            </a:r>
            <a:r>
              <a:rPr lang="en-GB" b="1" u="sng" dirty="0">
                <a:solidFill>
                  <a:srgbClr val="002060"/>
                </a:solidFill>
              </a:rPr>
              <a:t>BUS MANAGEMENT SYSTEM</a:t>
            </a:r>
            <a:endParaRPr lang="en-IN" b="1" u="sng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51516-A961-8502-8258-F3759C59CCF5}"/>
              </a:ext>
            </a:extLst>
          </p:cNvPr>
          <p:cNvSpPr txBox="1"/>
          <p:nvPr/>
        </p:nvSpPr>
        <p:spPr>
          <a:xfrm>
            <a:off x="720606" y="1242391"/>
            <a:ext cx="1087268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6"/>
            <a:r>
              <a:rPr lang="en-IN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								</a:t>
            </a:r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Backend</a:t>
            </a: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Server and Database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Technologies: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Database</a:t>
            </a: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Stores data for buses, routes, schedules, passengers, and bookings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Technologies: MySQL</a:t>
            </a:r>
          </a:p>
          <a:p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Project Objective:</a:t>
            </a:r>
            <a:endParaRPr lang="en-GB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GB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Develop a functional, user-friendly Bus Management System to automate ticket booking, manage schedules, and improve operational efficiency.</a:t>
            </a:r>
          </a:p>
          <a:p>
            <a:pPr lvl="1"/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lvl="1"/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lvl="1"/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lvl="1"/>
            <a:endParaRPr lang="en-I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95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4002A76-F420-844C-CAD1-92477AA4414E}"/>
              </a:ext>
            </a:extLst>
          </p:cNvPr>
          <p:cNvSpPr txBox="1"/>
          <p:nvPr/>
        </p:nvSpPr>
        <p:spPr>
          <a:xfrm>
            <a:off x="1039586" y="456247"/>
            <a:ext cx="11152414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Key Modules:</a:t>
            </a:r>
          </a:p>
          <a:p>
            <a:pPr>
              <a:buFont typeface="+mj-lt"/>
              <a:buAutoNum type="arabicPeriod"/>
            </a:pPr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 Module (Passenger):</a:t>
            </a:r>
            <a:endParaRPr lang="en-GB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Passenger </a:t>
            </a:r>
            <a:r>
              <a:rPr lang="en-GB" sz="2800">
                <a:solidFill>
                  <a:schemeClr val="bg1">
                    <a:lumMod val="95000"/>
                    <a:lumOff val="5000"/>
                  </a:schemeClr>
                </a:solidFill>
              </a:rPr>
              <a:t>Registrat`ion</a:t>
            </a: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&amp; Login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View Available Routes &amp; Bus Schedules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Book Tickets &amp; Check Ticket Status</a:t>
            </a:r>
          </a:p>
          <a:p>
            <a:pPr>
              <a:buFont typeface="+mj-lt"/>
              <a:buAutoNum type="arabicPeriod"/>
            </a:pPr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Admin Module (Staff):</a:t>
            </a:r>
            <a:endParaRPr lang="en-GB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Manage Bus Schedules &amp; Routes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Add/Remove Buses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View Passenger Bookings</a:t>
            </a:r>
          </a:p>
          <a:p>
            <a:pPr>
              <a:buFont typeface="+mj-lt"/>
              <a:buAutoNum type="arabicPeriod"/>
            </a:pPr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Booking System:</a:t>
            </a:r>
            <a:endParaRPr lang="en-GB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Bus Seat Availability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Confirmation &amp; Cancellation of Tickets</a:t>
            </a:r>
          </a:p>
          <a:p>
            <a:pPr>
              <a:buFont typeface="+mj-lt"/>
              <a:buAutoNum type="arabicPeriod"/>
            </a:pPr>
            <a:r>
              <a:rPr lang="en-GB" sz="2800" b="1" u="sng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Payment Integration:</a:t>
            </a:r>
            <a:endParaRPr lang="en-GB" sz="2800" u="sng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GB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Payment Gateway for online ticket purchase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5F5F13-31E2-5A94-3906-EA5C93440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546" y="1798506"/>
            <a:ext cx="3924300" cy="35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0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238</TotalTime>
  <Words>127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   BUS MANAGEMENT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Sanjay HL</dc:creator>
  <cp:lastModifiedBy>Sanjay HL</cp:lastModifiedBy>
  <cp:revision>2</cp:revision>
  <dcterms:created xsi:type="dcterms:W3CDTF">2025-02-12T14:47:36Z</dcterms:created>
  <dcterms:modified xsi:type="dcterms:W3CDTF">2025-11-18T02:30:23Z</dcterms:modified>
</cp:coreProperties>
</file>